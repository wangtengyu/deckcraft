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/data/所有对话/主对话/deckcraft-github/templates-assets/images/tpl_guobao_001/image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65760" y="1371600"/>
            <a:ext cx="54864" cy="2286000"/>
          </a:xfrm>
          <a:prstGeom prst="rect">
            <a:avLst/>
          </a:prstGeom>
          <a:solidFill>
            <a:srgbClr val="00D4FF"/>
          </a:solidFill>
          <a:ln/>
          <a:effectLst>
            <a:outerShdw sx="100000" sy="100000" kx="0" ky="0" algn="bl" rotWithShape="0" blurRad="30725745000000" dist="8193532000000" dir="58320000000000000">
              <a:srgbClr val="FFFFFF">
                <a:alpha val="3000000000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498080" y="27432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667EEA"/>
          </a:solidFill>
          <a:ln/>
        </p:spPr>
      </p:sp>
      <p:sp>
        <p:nvSpPr>
          <p:cNvPr id="6" name="Text 3"/>
          <p:cNvSpPr/>
          <p:nvPr/>
        </p:nvSpPr>
        <p:spPr>
          <a:xfrm>
            <a:off x="7498080" y="274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工作报告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645920"/>
            <a:ext cx="804672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1.32153477628e+21" dist="660767388140000000000" dir="16200000">
              <a:srgbClr val="000000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人工智能发展趋势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548640" y="3017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D4FF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从技术突破到产业落地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>
                    <a:alpha val="50000"/>
                  </a:srgbClr>
                </a:solidFill>
                <a:latin typeface="Arial, Helvetica, sans-serif" pitchFamily="34" charset="0"/>
                <a:ea typeface="Arial, Helvetica, sans-serif" pitchFamily="34" charset="-122"/>
                <a:cs typeface="Arial, Helvetica, sans-serif" pitchFamily="34" charset="-120"/>
              </a:rPr>
              <a:t>ANNUAL WORK SUMMARY 2024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>
                    <a:alpha val="70000"/>
                  </a:srgbClr>
                </a:solidFill>
              </a:rPr>
              <a:t>FDeck · 秒演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046720" y="4114800"/>
            <a:ext cx="731520" cy="731520"/>
          </a:xfrm>
          <a:prstGeom prst="ellipse">
            <a:avLst/>
          </a:prstGeom>
          <a:solidFill>
            <a:srgbClr val="00D4FF">
              <a:alpha val="25000"/>
            </a:srgbClr>
          </a:solidFill>
          <a:ln w="19050">
            <a:solidFill>
              <a:srgbClr val="00D4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2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, Helvetica, sans-serif" pitchFamily="34" charset="0"/>
                <a:ea typeface="Arial, Helvetica, sans-serif" pitchFamily="34" charset="-122"/>
                <a:cs typeface="Arial, Helvetica, sans-serif" pitchFamily="34" charset="-120"/>
              </a:rPr>
              <a:t>CONTENTS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目录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0" y="731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667EEA">
                    <a:alpha val="20000"/>
                  </a:srgbClr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474720" y="868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工作总结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474720" y="1280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4BA2">
                    <a:alpha val="60000"/>
                  </a:srgbClr>
                </a:solidFill>
                <a:latin typeface="Arial, Helvetica, sans-serif" pitchFamily="34" charset="0"/>
                <a:ea typeface="Arial, Helvetica, sans-serif" pitchFamily="34" charset="-122"/>
                <a:cs typeface="Arial, Helvetica, sans-serif" pitchFamily="34" charset="-120"/>
              </a:rPr>
              <a:t>WORK SUMMARY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0" y="1554480"/>
            <a:ext cx="5943600" cy="9144"/>
          </a:xfrm>
          <a:prstGeom prst="rect">
            <a:avLst/>
          </a:prstGeom>
          <a:solidFill>
            <a:srgbClr val="E8E8FF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667EEA">
                    <a:alpha val="20000"/>
                  </a:srgbClr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02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47472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工作成果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74720" y="2194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4BA2">
                    <a:alpha val="60000"/>
                  </a:srgbClr>
                </a:solidFill>
                <a:latin typeface="Arial, Helvetica, sans-serif" pitchFamily="34" charset="0"/>
                <a:ea typeface="Arial, Helvetica, sans-serif" pitchFamily="34" charset="-122"/>
                <a:cs typeface="Arial, Helvetica, sans-serif" pitchFamily="34" charset="-120"/>
              </a:rPr>
              <a:t>ACHIEVEMENTS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0" y="2468880"/>
            <a:ext cx="5943600" cy="9144"/>
          </a:xfrm>
          <a:prstGeom prst="rect">
            <a:avLst/>
          </a:prstGeom>
          <a:solidFill>
            <a:srgbClr val="E8E8FF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667EEA">
                    <a:alpha val="20000"/>
                  </a:srgbClr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03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3474720" y="2697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存在问题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474720" y="3108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4BA2">
                    <a:alpha val="60000"/>
                  </a:srgbClr>
                </a:solidFill>
                <a:latin typeface="Arial, Helvetica, sans-serif" pitchFamily="34" charset="0"/>
                <a:ea typeface="Arial, Helvetica, sans-serif" pitchFamily="34" charset="-122"/>
                <a:cs typeface="Arial, Helvetica, sans-serif" pitchFamily="34" charset="-120"/>
              </a:rPr>
              <a:t>PROBLEMS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0" y="3383280"/>
            <a:ext cx="5943600" cy="9144"/>
          </a:xfrm>
          <a:prstGeom prst="rect">
            <a:avLst/>
          </a:prstGeom>
          <a:solidFill>
            <a:srgbClr val="E8E8FF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3474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667EEA">
                    <a:alpha val="20000"/>
                  </a:srgbClr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04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3474720" y="3611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工作计划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474720" y="4023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4BA2">
                    <a:alpha val="60000"/>
                  </a:srgbClr>
                </a:solidFill>
                <a:latin typeface="Arial, Helvetica, sans-serif" pitchFamily="34" charset="0"/>
                <a:ea typeface="Arial, Helvetica, sans-serif" pitchFamily="34" charset="-122"/>
                <a:cs typeface="Arial, Helvetica, sans-serif" pitchFamily="34" charset="-120"/>
              </a:rPr>
              <a:t>WORK PLAN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/data/所有对话/主对话/deckcraft-github/templates-assets/images/tpl_guobao_001/image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7548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0" y="0"/>
            <a:ext cx="182880" cy="5143500"/>
          </a:xfrm>
          <a:prstGeom prst="rect">
            <a:avLst/>
          </a:prstGeom>
          <a:solidFill>
            <a:srgbClr val="0F0F23"/>
          </a:solidFill>
          <a:ln/>
        </p:spPr>
      </p:sp>
      <p:sp>
        <p:nvSpPr>
          <p:cNvPr id="4" name="Shape 1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0F0F23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0" y="1828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667EEA">
                    <a:alpha val="15000"/>
                  </a:srgbClr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01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5120640" y="4572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E8FF">
                    <a:alpha val="40000"/>
                  </a:srgbClr>
                </a:solidFill>
                <a:latin typeface="Arial, Helvetica, sans-serif" pitchFamily="34" charset="0"/>
                <a:ea typeface="Arial, Helvetica, sans-serif" pitchFamily="34" charset="-122"/>
                <a:cs typeface="Arial, Helvetica, sans-serif" pitchFamily="34" charset="-120"/>
              </a:rPr>
              <a:t>TECHNOLOGY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120640" y="10972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核心技术突破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120640" y="1828800"/>
            <a:ext cx="13716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0" y="201168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E8E8FF"/>
          </a:solidFill>
          <a:ln/>
          <a:effectLst>
            <a:outerShdw sx="100000" sy="100000" kx="0" ky="0" algn="bl" rotWithShape="0" blurRad="24580596000000" dist="10241915000000" dir="19440000000000000">
              <a:srgbClr val="000000">
                <a:alpha val="1200000000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212080" y="219456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D2D3A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• 大模型技术快速发展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D2D3A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• 多模态融合成为趋势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D2D3A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• 推理能力显著提升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2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667EEA">
                    <a:alpha val="12000"/>
                  </a:srgbClr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02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关键成果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64592" cy="16459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945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2D3A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完成核心算法优化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164592" cy="16459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017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2D3A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用户满意度提升30%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64592" cy="16459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8404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2D3A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获得行业认可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200400"/>
            <a:ext cx="1828800" cy="1828800"/>
          </a:xfrm>
          <a:prstGeom prst="ellipse">
            <a:avLst/>
          </a:prstGeom>
          <a:solidFill>
            <a:srgbClr val="667EEA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0D4FF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1.6783491658756e+25" dist="8.391745829378e+24" dir="972000000000">
              <a:srgbClr val="000000">
                <a:alpha val="75000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感谢观看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AAAAA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欢迎交流讨论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0" y="43891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FDeck · 秒演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2026-04-15T01:34:03Z</dcterms:created>
  <dcterms:modified xsi:type="dcterms:W3CDTF">2026-04-15T01:34:03Z</dcterms:modified>
</cp:coreProperties>
</file>