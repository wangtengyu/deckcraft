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1371600"/>
            <a:ext cx="54864" cy="22860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2419350000" dist="645160000" dir="972000000000">
              <a:srgbClr val="FFFFFF">
                <a:alpha val="30000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49808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工作报告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8193532000000" dist="40967660000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人工智能发展趋势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从技术突破到产业落地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>
                    <a:alpha val="5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ANNUAL WORK SUMMARY 2024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>
                    <a:alpha val="70000"/>
                  </a:srgbClr>
                </a:solidFill>
              </a:rPr>
              <a:t>FDeck · 秒演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4114800"/>
            <a:ext cx="731520" cy="731520"/>
          </a:xfrm>
          <a:prstGeom prst="ellipse">
            <a:avLst/>
          </a:prstGeom>
          <a:solidFill>
            <a:srgbClr val="4A90D9">
              <a:alpha val="25000"/>
            </a:srgbClr>
          </a:solidFill>
          <a:ln w="1905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CONTENTS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3A5F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0" y="868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工作总结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WORK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5943600" cy="9144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3A5F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工作成果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5943600" cy="9144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3A5F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存在问题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PROBLEMS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3383280"/>
            <a:ext cx="5943600" cy="9144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3A5F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工作计划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7472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WORK PLAN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8288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182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3A5F">
                    <a:alpha val="15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120640" y="457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F0F8">
                    <a:alpha val="4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TECHNOLOGY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12064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核心技术突破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120640" y="1828800"/>
            <a:ext cx="137160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20116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8F0F8"/>
          </a:solidFill>
          <a:ln/>
          <a:effectLst>
            <a:outerShdw sx="100000" sy="100000" kx="0" ky="0" algn="bl" rotWithShape="0" blurRad="1935480000" dist="806450000" dir="324000000000">
              <a:srgbClr val="000000">
                <a:alpha val="12000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21945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大模型技术快速发展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多模态融合成为趋势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推理能力显著提升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5F">
                    <a:alpha val="12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关键成果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完成核心算法优化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用户满意度提升30%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获得行业认可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1E3A5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4057856400000000" dist="52028928200000000" dir="972000000000">
              <a:srgbClr val="000000">
                <a:alpha val="75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感谢观看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AAA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欢迎交流讨论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FDeck · 秒演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2026-04-15T01:34:03Z</dcterms:created>
  <dcterms:modified xsi:type="dcterms:W3CDTF">2026-04-15T01:34:03Z</dcterms:modified>
</cp:coreProperties>
</file>