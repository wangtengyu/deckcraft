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57200"/>
            <a:ext cx="73152" cy="1371600"/>
          </a:xfrm>
          <a:prstGeom prst="rect">
            <a:avLst/>
          </a:prstGeom>
          <a:solidFill>
            <a:srgbClr val="00BFFF"/>
          </a:solidFill>
          <a:ln/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483870000" dist="322580000" dir="162000000000">
              <a:srgbClr val="000000">
                <a:alpha val="300000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人工智能发展趋势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B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从技术突破到产业落地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FDeck · 秒演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4114800"/>
            <a:ext cx="914400" cy="914400"/>
          </a:xfrm>
          <a:prstGeom prst="ellipse">
            <a:avLst/>
          </a:prstGeom>
          <a:solidFill>
            <a:srgbClr val="00BFFF">
              <a:alpha val="20000"/>
            </a:srgbClr>
          </a:solidFill>
          <a:ln w="25400">
            <a:solidFill>
              <a:srgbClr val="00B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27432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FFF">
                    <a:alpha val="3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0" y="914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技术突破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1828800" cy="54864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Shape 5"/>
          <p:cNvSpPr/>
          <p:nvPr/>
        </p:nvSpPr>
        <p:spPr>
          <a:xfrm>
            <a:off x="5394960" y="192024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E6F3FF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21031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大模型技术快速发展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多模态融合成为趋势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推理能力显著提升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27432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FFF">
                    <a:alpha val="3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0" y="914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产业应用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1828800" cy="54864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Shape 5"/>
          <p:cNvSpPr/>
          <p:nvPr/>
        </p:nvSpPr>
        <p:spPr>
          <a:xfrm>
            <a:off x="5394960" y="192024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E6F3FF"/>
          </a:solidFill>
          <a:ln/>
          <a:effectLst>
            <a:outerShdw sx="100000" sy="100000" kx="0" ky="0" algn="bl" rotWithShape="0" blurRad="1612900000" dist="645160000" dir="324000000000">
              <a:srgbClr val="000000">
                <a:alpha val="15000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21031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智能客服广泛应用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AI辅助设计普及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自动驾驶逐步落地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5143500"/>
          </a:xfrm>
          <a:prstGeom prst="rect">
            <a:avLst/>
          </a:prstGeom>
          <a:solidFill>
            <a:srgbClr val="F8F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90FF">
                    <a:alpha val="1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未来展望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37160" cy="137160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AGI探索持续深入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37160" cy="137160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AI伦理日趋重要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37160" cy="137160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人机协作成为主流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B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6145149000000" dist="4096766000000" dir="9720000000000000">
              <a:srgbClr val="000000">
                <a:alpha val="3000000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欢迎交流讨论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FDeck · 秒演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2026-04-15T01:18:08Z</dcterms:created>
  <dcterms:modified xsi:type="dcterms:W3CDTF">2026-04-15T01:18:08Z</dcterms:modified>
</cp:coreProperties>
</file>