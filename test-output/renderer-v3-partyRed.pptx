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65760" y="1371600"/>
            <a:ext cx="54864" cy="2286000"/>
          </a:xfrm>
          <a:prstGeom prst="rect">
            <a:avLst/>
          </a:prstGeom>
          <a:solidFill>
            <a:srgbClr val="FFD700"/>
          </a:solidFill>
          <a:ln/>
          <a:effectLst>
            <a:outerShdw sx="100000" sy="100000" kx="0" ky="0" algn="bl" rotWithShape="0" blurRad="190500" dist="50800" dir="16200000">
              <a:srgbClr val="FFFFFF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49808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C41E3A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工作报告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27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2024年度工作总结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从技术突破到产业落地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>
                    <a:alpha val="5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ANNUAL WORK SUMMARY 2024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>
                    <a:alpha val="70000"/>
                  </a:srgbClr>
                </a:solidFill>
              </a:rPr>
              <a:t>FDeck · 秒演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4114800"/>
            <a:ext cx="731520" cy="731520"/>
          </a:xfrm>
          <a:prstGeom prst="ellipse">
            <a:avLst/>
          </a:prstGeom>
          <a:solidFill>
            <a:srgbClr val="FFD700">
              <a:alpha val="25000"/>
            </a:srgbClr>
          </a:solidFill>
          <a:ln w="1905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CONTENTS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700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731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74720" y="868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工作总结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7472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554480"/>
            <a:ext cx="5943600" cy="9144"/>
          </a:xfrm>
          <a:prstGeom prst="rect">
            <a:avLst/>
          </a:prstGeom>
          <a:solidFill>
            <a:srgbClr val="FFF8DC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工作成果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2194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5943600" cy="9144"/>
          </a:xfrm>
          <a:prstGeom prst="rect">
            <a:avLst/>
          </a:prstGeom>
          <a:solidFill>
            <a:srgbClr val="FFF8DC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474720" y="2697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存在问题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7472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PROBLEMS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0" y="3383280"/>
            <a:ext cx="5943600" cy="9144"/>
          </a:xfrm>
          <a:prstGeom prst="rect">
            <a:avLst/>
          </a:prstGeom>
          <a:solidFill>
            <a:srgbClr val="FFF8DC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3474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41E3A">
                    <a:alpha val="20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工作计划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474720" y="4023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>
                    <a:alpha val="6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WORK PLAN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data/所有对话/主对话/deckcraft-github/templates-assets/images/tpl_guobao_001/image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18288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1828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1E3A">
                    <a:alpha val="15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5120640" y="457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8DC">
                    <a:alpha val="40000"/>
                  </a:srgbClr>
                </a:solidFill>
                <a:latin typeface="Arial, Helvetica, sans-serif" pitchFamily="34" charset="0"/>
                <a:ea typeface="Arial, Helvetica, sans-serif" pitchFamily="34" charset="-122"/>
                <a:cs typeface="Arial, Helvetica, sans-serif" pitchFamily="34" charset="-120"/>
              </a:rPr>
              <a:t>TECHNOLOGY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5120640" y="10972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核心技术突破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120640" y="1828800"/>
            <a:ext cx="1371600" cy="45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Shape 6"/>
          <p:cNvSpPr/>
          <p:nvPr/>
        </p:nvSpPr>
        <p:spPr>
          <a:xfrm>
            <a:off x="5029200" y="201168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FF8DC"/>
          </a:solidFill>
          <a:ln/>
          <a:effectLst>
            <a:outerShdw sx="100000" sy="100000" kx="0" ky="0" algn="bl" rotWithShape="0" blurRad="152400" dist="635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19456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大模型技术快速发展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多模态融合成为趋势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• 推理能力显著提升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41E3A">
                    <a:alpha val="12000"/>
                  </a:srgbClr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2D2D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关键成果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完成核心算法优化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用户满意度提升30%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获得行业认可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3200400"/>
            <a:ext cx="1828800" cy="1828800"/>
          </a:xfrm>
          <a:prstGeom prst="ellipse">
            <a:avLst/>
          </a:prstGeom>
          <a:solidFill>
            <a:srgbClr val="C41E3A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FD700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645160000" dist="322580000" dir="162000000000">
              <a:srgbClr val="000000">
                <a:alpha val="4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感谢观看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欢迎交流讨论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Microsoft YaHei, SimHei, sans-serif" pitchFamily="34" charset="0"/>
                <a:ea typeface="Microsoft YaHei, SimHei, sans-serif" pitchFamily="34" charset="-122"/>
                <a:cs typeface="Microsoft YaHei, SimHei, sans-serif" pitchFamily="34" charset="-120"/>
              </a:rPr>
              <a:t>FDeck · 秒演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2026-04-15T01:34:03Z</dcterms:created>
  <dcterms:modified xsi:type="dcterms:W3CDTF">2026-04-15T01:34:03Z</dcterms:modified>
</cp:coreProperties>
</file>